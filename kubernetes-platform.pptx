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891B2"/>
                </a:solidFill>
              </a:rPr>
              <a:t>PLATFORM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Production-Grade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Platform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65760" y="30175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FA3B1"/>
                </a:solidFill>
              </a:rPr>
              <a:t>GitOps · Helm · ArgoCD · Automated Secrets · DNS · TLS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754880"/>
            <a:ext cx="8229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</a:rPr>
              <a:t>Vijay Rajendran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891B2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Manual deployments don't scale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74320" y="1417320"/>
            <a:ext cx="1965960" cy="2560320"/>
          </a:xfrm>
          <a:prstGeom prst="rect">
            <a:avLst/>
          </a:prstGeom>
          <a:solidFill>
            <a:srgbClr val="15233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5087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21488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Manual Deployments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2651760"/>
            <a:ext cx="196596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1"/>
                </a:solidFill>
              </a:rPr>
              <a:t>helm install run by hand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3B1"/>
                </a:solidFill>
              </a:rPr>
              <a:t>every time — error-prone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417320"/>
            <a:ext cx="1965960" cy="2560320"/>
          </a:xfrm>
          <a:prstGeom prst="rect">
            <a:avLst/>
          </a:prstGeom>
          <a:solidFill>
            <a:srgbClr val="15233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50592" y="15087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🔑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50592" y="21488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Secret Sprawl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450592" y="2651760"/>
            <a:ext cx="196596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1"/>
                </a:solidFill>
              </a:rPr>
              <a:t>Secrets copied manually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3B1"/>
                </a:solidFill>
              </a:rPr>
              <a:t>across namespaces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26864" y="1417320"/>
            <a:ext cx="1965960" cy="2560320"/>
          </a:xfrm>
          <a:prstGeom prst="rect">
            <a:avLst/>
          </a:prstGeom>
          <a:solidFill>
            <a:srgbClr val="15233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26864" y="15087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26864" y="21488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DNS Bottleneck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26864" y="2651760"/>
            <a:ext cx="196596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1"/>
                </a:solidFill>
              </a:rPr>
              <a:t>Ops team must add DNS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3B1"/>
                </a:solidFill>
              </a:rPr>
              <a:t>records for every app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03136" y="1417320"/>
            <a:ext cx="1965960" cy="2560320"/>
          </a:xfrm>
          <a:prstGeom prst="rect">
            <a:avLst/>
          </a:prstGeom>
          <a:solidFill>
            <a:srgbClr val="15233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03136" y="15087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💀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803136" y="21488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 Disaster Recovery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03136" y="2651760"/>
            <a:ext cx="196596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1"/>
                </a:solidFill>
              </a:rPr>
              <a:t>Cluster dies → hours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3B1"/>
                </a:solidFill>
              </a:rPr>
              <a:t>of manual rebuild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891B2"/>
                </a:solidFill>
              </a:rPr>
              <a:t>Goal: A self-healing platform where Git is the single source of truth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891B2"/>
                </a:solidFill>
              </a:rPr>
              <a:t>THE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Every tool chosen for a reason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74320" y="1417320"/>
            <a:ext cx="2743200" cy="1371600"/>
          </a:xfrm>
          <a:prstGeom prst="rect">
            <a:avLst/>
          </a:prstGeom>
          <a:solidFill>
            <a:srgbClr val="15233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417320"/>
            <a:ext cx="73152" cy="13716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5270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Helm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8912" y="18745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Package Manager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38912" y="2148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Templatize and version Kubernetes apps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82112" y="1417320"/>
            <a:ext cx="2743200" cy="1371600"/>
          </a:xfrm>
          <a:prstGeom prst="rect">
            <a:avLst/>
          </a:prstGeom>
          <a:solidFill>
            <a:srgbClr val="15233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82112" y="1417320"/>
            <a:ext cx="73152" cy="13716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46704" y="15270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ArgoCD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46704" y="18745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GitOps Controller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46704" y="2148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Sync cluster state from Git automatically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89904" y="1417320"/>
            <a:ext cx="2743200" cy="1371600"/>
          </a:xfrm>
          <a:prstGeom prst="rect">
            <a:avLst/>
          </a:prstGeom>
          <a:solidFill>
            <a:srgbClr val="15233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9904" y="1417320"/>
            <a:ext cx="73152" cy="1371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54496" y="15270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cert-manager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54496" y="18745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TLS Automation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54496" y="2148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Auto-issue Let's Encrypt certificates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971800"/>
            <a:ext cx="2743200" cy="1371600"/>
          </a:xfrm>
          <a:prstGeom prst="rect">
            <a:avLst/>
          </a:prstGeom>
          <a:solidFill>
            <a:srgbClr val="15233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971800"/>
            <a:ext cx="73152" cy="13716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30815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ExternalDNS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38912" y="34290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DNS Automation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8912" y="37033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Create DNS records from Ingress resources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182112" y="2971800"/>
            <a:ext cx="2743200" cy="1371600"/>
          </a:xfrm>
          <a:prstGeom prst="rect">
            <a:avLst/>
          </a:prstGeom>
          <a:solidFill>
            <a:srgbClr val="15233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82112" y="2971800"/>
            <a:ext cx="73152" cy="13716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46704" y="30815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Reflector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346704" y="34290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Secret Mirroring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46704" y="37033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Mirror secrets across namespaces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89904" y="2971800"/>
            <a:ext cx="2743200" cy="1371600"/>
          </a:xfrm>
          <a:prstGeom prst="rect">
            <a:avLst/>
          </a:prstGeom>
          <a:solidFill>
            <a:srgbClr val="15233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89904" y="2971800"/>
            <a:ext cx="73152" cy="137160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54496" y="30815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Doppler + ESO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254496" y="34290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Secret Management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54496" y="37033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Pull secrets from external vault into cluster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891B2"/>
                </a:solidFill>
              </a:rPr>
              <a:t>HELM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One chart, deploy anywhere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74320" y="1417320"/>
            <a:ext cx="3840480" cy="3291840"/>
          </a:xfrm>
          <a:prstGeom prst="rect">
            <a:avLst/>
          </a:prstGeom>
          <a:solidFill>
            <a:srgbClr val="1523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Chart Structure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3657600" cy="25603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jellyfin-chart/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A3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Chart.yaml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values.yaml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A3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templates/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A3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├── deployment.yaml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A3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├── service.yaml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A3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└── ingress.yaml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1417320"/>
            <a:ext cx="4297680" cy="960120"/>
          </a:xfrm>
          <a:prstGeom prst="rect">
            <a:avLst/>
          </a:prstGeom>
          <a:solidFill>
            <a:srgbClr val="15233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63440" y="14904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 .Release.Name }}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3440" y="1874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</a:rPr>
              <a:t>Dynamic naming — same chart, different namespaces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2532888"/>
            <a:ext cx="4297680" cy="960120"/>
          </a:xfrm>
          <a:prstGeom prst="rect">
            <a:avLst/>
          </a:prstGeom>
          <a:solidFill>
            <a:srgbClr val="15233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26060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 .Values.* }}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63440" y="29900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</a:rPr>
              <a:t>All config in values.yaml — no hardcoded values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3648456"/>
            <a:ext cx="4297680" cy="960120"/>
          </a:xfrm>
          <a:prstGeom prst="rect">
            <a:avLst/>
          </a:prstGeom>
          <a:solidFill>
            <a:srgbClr val="15233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372160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Wrapper Charts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63440" y="410565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</a:rPr>
              <a:t>Wrap community charts to own the values.yaml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891B2"/>
                </a:solidFill>
              </a:rPr>
              <a:t>GITOPS WITH ARGOCD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Git is the single source of truth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74320" y="1417320"/>
            <a:ext cx="1920240" cy="128016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554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Git Commit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2011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2"/>
                </a:solidFill>
              </a:rPr>
              <a:t>Push to main branch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94560" y="173736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FA3B1"/>
                </a:solidFill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450592" y="1417320"/>
            <a:ext cx="1920240" cy="12801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50592" y="1554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ArgoCD Detects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450592" y="2011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2"/>
                </a:solidFill>
              </a:rPr>
              <a:t>Polls every 3 min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70832" y="173736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FA3B1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626864" y="1417320"/>
            <a:ext cx="1920240" cy="1280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26864" y="1554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Helm Render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26864" y="2011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2"/>
                </a:solidFill>
              </a:rPr>
              <a:t>Templates + values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47104" y="173736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FA3B1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803136" y="1417320"/>
            <a:ext cx="1920240" cy="1280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03136" y="1554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Apply to Cluster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03136" y="2011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2"/>
                </a:solidFill>
              </a:rPr>
              <a:t>kubectl apply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B1"/>
                </a:solidFill>
              </a:rPr>
              <a:t>Two superpowers that change everything: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291840"/>
            <a:ext cx="4206240" cy="1508760"/>
          </a:xfrm>
          <a:prstGeom prst="rect">
            <a:avLst/>
          </a:prstGeom>
          <a:solidFill>
            <a:srgbClr val="152336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1480" y="33832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selfHeal: true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11480" y="382219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</a:rPr>
              <a:t>Someone manually changes the cluster? ArgoCD reverts it back to Git within seconds. Nobody can break production accidentally.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3291840"/>
            <a:ext cx="4206240" cy="1508760"/>
          </a:xfrm>
          <a:prstGeom prst="rect">
            <a:avLst/>
          </a:prstGeom>
          <a:solidFill>
            <a:srgbClr val="152336"/>
          </a:solidFill>
          <a:ln w="12700">
            <a:solidFill>
              <a:srgbClr val="1B4F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92040" y="33832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prune: true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892040" y="382219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</a:rPr>
              <a:t>Delete a resource from Git? ArgoCD removes it from the cluster too. Git is always the exact truth — nothing more, nothing less.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891B2"/>
                </a:solidFill>
              </a:rPr>
              <a:t>APP OF APPS PATTERN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One manifest to rule them all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74320" y="1417320"/>
            <a:ext cx="3840480" cy="3291840"/>
          </a:xfrm>
          <a:prstGeom prst="rect">
            <a:avLst/>
          </a:prstGeom>
          <a:solidFill>
            <a:srgbClr val="1523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Two-Repo Strategy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3657600" cy="2743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Kubernetes-learning/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FA3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custom-charts/      ← Helm charts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FA3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jellyfin-chart/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Kubernetes-infra/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argocd-apps/        ← App manifests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bootstrap/          ← app-of-apps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417320"/>
            <a:ext cx="4297680" cy="3291840"/>
          </a:xfrm>
          <a:prstGeom prst="rect">
            <a:avLst/>
          </a:prstGeom>
          <a:solidFill>
            <a:srgbClr val="1523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508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Bootstrap a New Cluster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965960"/>
            <a:ext cx="41148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212080" y="19751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install argocd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12080" y="22128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The only manual step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2715768"/>
            <a:ext cx="41148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27157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12080" y="27249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apply app-of-apps.yaml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12080" y="296265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One command triggers everything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3465576"/>
            <a:ext cx="41148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34655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12080" y="34747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ArgoCD reads argocd-apps/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12080" y="371246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Finds all Application manifests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4215384"/>
            <a:ext cx="41148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42153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12080" y="42245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tools deployed 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12080" y="446227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cert-manager, ESO, DNS, Reflector...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891B2"/>
                </a:solidFill>
              </a:rPr>
              <a:t>SECRET MANAGEMENT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Secrets survive cluster death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74320" y="1417320"/>
            <a:ext cx="1920240" cy="137160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508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Doppler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208483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External vault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(never in Git)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194560" y="182880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FA3B1"/>
                </a:solidFill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450592" y="1417320"/>
            <a:ext cx="1920240" cy="1371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50592" y="1508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ESO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450592" y="208483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External Secrets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Operator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70832" y="182880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FA3B1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626864" y="1417320"/>
            <a:ext cx="1920240" cy="13716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26864" y="1508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Kubernetes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Secret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26864" y="208483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Auto-created 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every namespace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47104" y="182880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FA3B1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803136" y="1417320"/>
            <a:ext cx="1920240" cy="1371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03136" y="1508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Reflector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03136" y="208483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Mirrors to all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EDF2"/>
                </a:solidFill>
              </a:rPr>
              <a:t>namespaces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017520"/>
            <a:ext cx="8595360" cy="731520"/>
          </a:xfrm>
          <a:prstGeom prst="rect">
            <a:avLst/>
          </a:prstGeom>
          <a:solidFill>
            <a:srgbClr val="15233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063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💡  New cluster? ESO connects to Doppler and recreates all secrets automatically. Zero manual work.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74320" y="3886200"/>
            <a:ext cx="2743200" cy="1005840"/>
          </a:xfrm>
          <a:prstGeom prst="rect">
            <a:avLst/>
          </a:prstGeom>
          <a:solidFill>
            <a:srgbClr val="15233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84048" y="3959352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</a:rPr>
              <a:t>Doppler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4048" y="4251960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SaaS secret store. Secrets live here permanently — outside any cluster. Free tier available.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182112" y="3886200"/>
            <a:ext cx="2743200" cy="1005840"/>
          </a:xfrm>
          <a:prstGeom prst="rect">
            <a:avLst/>
          </a:prstGeom>
          <a:solidFill>
            <a:srgbClr val="15233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291840" y="3959352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</a:rPr>
              <a:t>External Secrets Operator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91840" y="4251960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Kubernetes operator that watches ExternalSecret resources and pulls values from Doppler into native Kubernetes secrets.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89904" y="3886200"/>
            <a:ext cx="2743200" cy="1005840"/>
          </a:xfrm>
          <a:prstGeom prst="rect">
            <a:avLst/>
          </a:prstGeom>
          <a:solidFill>
            <a:srgbClr val="15233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199632" y="3959352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</a:rPr>
              <a:t>Reflector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99632" y="4251960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Automatically mirrors secrets across namespaces. Annotate once — secret appears in every namespace automatically.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891B2"/>
                </a:solidFill>
              </a:rPr>
              <a:t>DNS &amp; TLS AUTOMATION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Developer deploys — everything else is automatic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417320"/>
            <a:ext cx="1920240" cy="13716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508760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Developer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pushes Ingress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194560" y="182880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FA3B1"/>
                </a:solidFill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450592" y="1417320"/>
            <a:ext cx="1920240" cy="13716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50592" y="1508760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ExternalDNS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creates DNS record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70832" y="182880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FA3B1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626864" y="1417320"/>
            <a:ext cx="1920240" cy="1371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26864" y="1508760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cert-manager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passes HTTP01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47104" y="182880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FA3B1"/>
                </a:solidFill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803136" y="1417320"/>
            <a:ext cx="1920240" cy="1371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03136" y="1508760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TLS cert issued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HTTPS live 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891B2"/>
                </a:solidFill>
              </a:rPr>
              <a:t>Zero manual steps. No DNS ticket to ops. No waiting.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" y="3429000"/>
            <a:ext cx="4206240" cy="1463040"/>
          </a:xfrm>
          <a:prstGeom prst="rect">
            <a:avLst/>
          </a:prstGeom>
          <a:solidFill>
            <a:srgbClr val="15233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35021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ExternalDNS + Cloudflare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385876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• Watches Ingress resources for hostnames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• Calls Cloudflare API to create A/CNAME records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• Deletes records when Ingress is removed (policy: sync)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3429000"/>
            <a:ext cx="4206240" cy="1463040"/>
          </a:xfrm>
          <a:prstGeom prst="rect">
            <a:avLst/>
          </a:prstGeom>
          <a:solidFill>
            <a:srgbClr val="15233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92040" y="35021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cert-manager + Let's Encrypt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385876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• Watches Ingress for cert-manager annotations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• Requests TLS certificate via HTTP01 challenge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• Auto-renews before expiry — no manual intervention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891B2"/>
                </a:solidFill>
              </a:rPr>
              <a:t>FULL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Everything working together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8595360" cy="64008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Git  (Kubernetes-learning + Kubernetes-infra)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297680" y="20116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891B2"/>
                </a:solidFill>
              </a:rPr>
              <a:t>↓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286000" y="2377440"/>
            <a:ext cx="4572000" cy="59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239572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ArgoCD  (App of Apps)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97680" y="29718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891B2"/>
                </a:solidFill>
              </a:rPr>
              <a:t>↓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37160" y="3337560"/>
            <a:ext cx="1600200" cy="594360"/>
          </a:xfrm>
          <a:prstGeom prst="rect">
            <a:avLst/>
          </a:prstGeom>
          <a:solidFill>
            <a:srgbClr val="1523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" y="333756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cert-manager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20240" y="3337560"/>
            <a:ext cx="1600200" cy="594360"/>
          </a:xfrm>
          <a:prstGeom prst="rect">
            <a:avLst/>
          </a:prstGeom>
          <a:solidFill>
            <a:srgbClr val="1523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20240" y="333756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ExternalDNS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03320" y="3337560"/>
            <a:ext cx="1600200" cy="594360"/>
          </a:xfrm>
          <a:prstGeom prst="rect">
            <a:avLst/>
          </a:prstGeom>
          <a:solidFill>
            <a:srgbClr val="1523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03320" y="333756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ESO + Doppler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0" y="3337560"/>
            <a:ext cx="1600200" cy="594360"/>
          </a:xfrm>
          <a:prstGeom prst="rect">
            <a:avLst/>
          </a:prstGeom>
          <a:solidFill>
            <a:srgbClr val="1523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0" y="333756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Reflector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269480" y="3337560"/>
            <a:ext cx="1600200" cy="594360"/>
          </a:xfrm>
          <a:prstGeom prst="rect">
            <a:avLst/>
          </a:prstGeom>
          <a:solidFill>
            <a:srgbClr val="1523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69480" y="333756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Jellyfin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" y="416052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FA3B1"/>
                </a:solidFill>
              </a:rPr>
              <a:t>Bootstrap = 2 commands  ·  Recover from cluster loss in minutes  ·  Zero manual DNS/TLS/secret work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891B2"/>
                </a:solidFill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What this platform delivers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74320" y="1417320"/>
            <a:ext cx="1920240" cy="2011680"/>
          </a:xfrm>
          <a:prstGeom prst="rect">
            <a:avLst/>
          </a:prstGeom>
          <a:solidFill>
            <a:srgbClr val="152336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5087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891B2"/>
                </a:solidFill>
              </a:rPr>
              <a:t>2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274320" y="24688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1"/>
                </a:solidFill>
              </a:rPr>
              <a:t>Commands 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3B1"/>
                </a:solidFill>
              </a:rPr>
              <a:t>rebuild entire cluster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50592" y="1417320"/>
            <a:ext cx="1920240" cy="2011680"/>
          </a:xfrm>
          <a:prstGeom prst="rect">
            <a:avLst/>
          </a:prstGeom>
          <a:solidFill>
            <a:srgbClr val="152336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50592" y="15087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0B981"/>
                </a:solidFill>
              </a:rPr>
              <a:t>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2450592" y="24688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1"/>
                </a:solidFill>
              </a:rPr>
              <a:t>Manual steps for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3B1"/>
                </a:solidFill>
              </a:rPr>
              <a:t>DNS + TLS per app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26864" y="1417320"/>
            <a:ext cx="1920240" cy="2011680"/>
          </a:xfrm>
          <a:prstGeom prst="rect">
            <a:avLst/>
          </a:prstGeom>
          <a:solidFill>
            <a:srgbClr val="152336"/>
          </a:solidFill>
          <a:ln w="12700">
            <a:solidFill>
              <a:srgbClr val="1B4F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26864" y="15087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B4F8A"/>
                </a:solidFill>
              </a:rPr>
              <a:t>3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4626864" y="24688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1"/>
                </a:solidFill>
              </a:rPr>
              <a:t>Namespaces running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3B1"/>
                </a:solidFill>
              </a:rPr>
              <a:t>same chart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03136" y="1417320"/>
            <a:ext cx="1920240" cy="2011680"/>
          </a:xfrm>
          <a:prstGeom prst="rect">
            <a:avLst/>
          </a:prstGeom>
          <a:solidFill>
            <a:srgbClr val="152336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03136" y="15087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7C3AED"/>
                </a:solidFill>
              </a:rPr>
              <a:t>∞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6803136" y="24688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1"/>
                </a:solidFill>
              </a:rPr>
              <a:t>Secrets synced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3B1"/>
                </a:solidFill>
              </a:rPr>
              <a:t>automatically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566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Key Wins: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9319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A3B1"/>
                </a:solidFill>
              </a:rPr>
              <a:t>✓  Git commit → live in cluster automatically (selfHeal + prune)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FA3B1"/>
                </a:solidFill>
              </a:rPr>
              <a:t>✓  Developer adds Ingress → DNS record + TLS cert appear with no tickets to ops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FA3B1"/>
                </a:solidFill>
              </a:rPr>
              <a:t>✓  Cluster destroyed → rebuild in minutes, not hours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FA3B1"/>
                </a:solidFill>
              </a:rPr>
              <a:t>✓  Secrets never hardcoded, never in Git — pulled from Doppler on demand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891B2"/>
                </a:solidFill>
              </a:rPr>
              <a:t>WHAT'S NEXT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The platform is the foundation.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The journey continues.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365760" y="2651760"/>
            <a:ext cx="4114800" cy="822960"/>
          </a:xfrm>
          <a:prstGeom prst="rect">
            <a:avLst/>
          </a:prstGeom>
          <a:solidFill>
            <a:srgbClr val="15233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2651760"/>
            <a:ext cx="64008" cy="8229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27157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GitHub Actions CI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30358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Build Docker image on commit → update values.yaml → ArgoCD deploys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2651760"/>
            <a:ext cx="4114800" cy="822960"/>
          </a:xfrm>
          <a:prstGeom prst="rect">
            <a:avLst/>
          </a:prstGeom>
          <a:solidFill>
            <a:srgbClr val="15233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2651760"/>
            <a:ext cx="64008" cy="8229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27157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Monitoring Stack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19472" y="30358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Prometheus + Grafana via App of Apps — observability as code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657600"/>
            <a:ext cx="4114800" cy="822960"/>
          </a:xfrm>
          <a:prstGeom prst="rect">
            <a:avLst/>
          </a:prstGeom>
          <a:solidFill>
            <a:srgbClr val="15233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657600"/>
            <a:ext cx="64008" cy="8229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37216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Vault / Full ESO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" y="40416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Hashicorp Vault for self-hosted secret management at scale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3657600"/>
            <a:ext cx="4114800" cy="822960"/>
          </a:xfrm>
          <a:prstGeom prst="rect">
            <a:avLst/>
          </a:prstGeom>
          <a:solidFill>
            <a:srgbClr val="15233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3657600"/>
            <a:ext cx="64008" cy="8229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37216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Multi-cluster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19472" y="40416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</a:rPr>
              <a:t>Manage dev + staging + prod from a single ArgoCD instance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754880"/>
            <a:ext cx="84124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</a:rPr>
              <a:t>github.com/vjrajendran/Kubernetes-learning  ·  github.com/vjrajendran/Kubernetes-infra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Kubernetes Platform Engineering</dc:title>
  <dc:subject>PptxGenJS Presentation</dc:subject>
  <dc:creator>PptxGenJS</dc:creator>
  <cp:lastModifiedBy>PptxGenJS</cp:lastModifiedBy>
  <cp:revision>1</cp:revision>
  <dcterms:created xsi:type="dcterms:W3CDTF">2026-03-14T20:39:50Z</dcterms:created>
  <dcterms:modified xsi:type="dcterms:W3CDTF">2026-03-14T20:39:50Z</dcterms:modified>
</cp:coreProperties>
</file>